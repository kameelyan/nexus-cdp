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6366F1">
              <a:alpha val="18000"/>
            </a:srgbClr>
          </a:solidFill>
          <a:ln w="12700">
            <a:solidFill>
              <a:srgbClr val="6366F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6366F1">
              <a:alpha val="30000"/>
            </a:srgbClr>
          </a:solidFill>
          <a:ln w="12700">
            <a:solidFill>
              <a:srgbClr val="6366F1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31520" y="3840480"/>
            <a:ext cx="2286000" cy="2286000"/>
          </a:xfrm>
          <a:prstGeom prst="ellipse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88720"/>
            <a:ext cx="54864" cy="25603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887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85800" y="2121408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Customer, Everywhere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identity.  ·  Real-time signals.  ·  Moments that matter.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724912"/>
            <a:ext cx="5486400" cy="1371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 Is Everywhere.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Isn't.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Identity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customer appears as 12 different records across your systems, with no way to connect them.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3756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3756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events, in-store visits, and IoT telemetry live in separate systems and never talk to each other.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651760" cy="3017520"/>
          </a:xfrm>
          <a:prstGeom prst="rect">
            <a:avLst/>
          </a:prstGeom>
          <a:solidFill>
            <a:srgbClr val="1E293B"/>
          </a:solidFill>
          <a:ln w="19050">
            <a:solidFill>
              <a:srgbClr val="991B1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600200"/>
            <a:ext cx="594360" cy="594360"/>
          </a:xfrm>
          <a:prstGeom prst="ellipse">
            <a:avLst/>
          </a:prstGeom>
          <a:solidFill>
            <a:srgbClr val="7F1D1D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600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2286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Moments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you know a customer is ready, the moment has passed — and the opportunity is gone.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Customer. One Profile. Every Touchpoint.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 unifies identity, behavior, and signals across every channel — digital, physical, and connected.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508760"/>
            <a:ext cx="2651760" cy="10972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83080"/>
            <a:ext cx="640080" cy="640080"/>
          </a:xfrm>
          <a:prstGeom prst="ellipse">
            <a:avLst/>
          </a:prstGeom>
          <a:solidFill>
            <a:srgbClr val="6366F1">
              <a:alpha val="15000"/>
            </a:srgbClr>
          </a:solidFill>
          <a:ln w="12700">
            <a:solidFill>
              <a:srgbClr val="6366F1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Source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IoT · POS · APIs · Physical sensors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508760"/>
            <a:ext cx="265176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783080"/>
            <a:ext cx="640080" cy="640080"/>
          </a:xfrm>
          <a:prstGeom prst="ellipse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1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3756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Profile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 resolving fingerprints, user IDs, and device IDs into a single view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508760"/>
            <a:ext cx="26517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508760"/>
            <a:ext cx="265176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1783080"/>
            <a:ext cx="640080" cy="640080"/>
          </a:xfrm>
          <a:prstGeom prst="ellipse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>
                <a:alpha val="15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72200" y="2514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Signals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moments that matter — not raw data, but actionable customer signals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Built for the Connected Era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818C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1508760"/>
            <a:ext cx="1417320" cy="914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mobile,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IoT, POS, APIs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28216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8" name="Shape 6"/>
          <p:cNvSpPr/>
          <p:nvPr/>
        </p:nvSpPr>
        <p:spPr>
          <a:xfrm>
            <a:off x="2039112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1508760"/>
            <a:ext cx="141732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84832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CDP API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ingestion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identity resolve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93008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3803904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03904" y="1508760"/>
            <a:ext cx="141732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9624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9624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customer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257800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568696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568696" y="1508760"/>
            <a:ext cx="141732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14416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14416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detection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022592" y="210312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7333488" y="1508760"/>
            <a:ext cx="1417320" cy="1188720"/>
          </a:xfrm>
          <a:prstGeom prst="rect">
            <a:avLst/>
          </a:prstGeom>
          <a:solidFill>
            <a:srgbClr val="1E293B"/>
          </a:solidFill>
          <a:ln w="254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333488" y="1508760"/>
            <a:ext cx="1417320" cy="914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79208" y="164592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OPERATIONALI-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79208" y="22585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from any source — browser, vehicle, dealership, rental desk — flows into the CDP API.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links them to a single profile. The signal engine detects meaningful moments.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consumers receive signals in real time via SSE streams or HMAC-signed webhooks.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Person, Recognized Everywhere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story: Apex Motors — a premium automotive brand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💻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035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Visit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apexmotors.com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FP.js fingerprint captured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4028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256032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63347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Login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3347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to apexrewards.com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linked — profiles merged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4340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66344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34924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634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🚗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473659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Vehicle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3659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telemetry via 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deviceId linked to profile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4632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deviceId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46520" y="2194560"/>
            <a:ext cx="27432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766560" y="1325880"/>
            <a:ext cx="173736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52360" y="1069848"/>
            <a:ext cx="365760" cy="3657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52360" y="1069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76656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🏪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83971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Visit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39712" y="2331720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check-in via POS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updated in real time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49440" y="2770632"/>
            <a:ext cx="1371600" cy="237744"/>
          </a:xfrm>
          <a:prstGeom prst="rect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770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touchpoints  →  ONE unified profile in Nexus CDP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Flexible Event Structure for Everything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rigid schemas. Any event from any source, normalized into one format.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754880" cy="3383280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25880"/>
            <a:ext cx="4389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"eventId": 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"uuid-v4",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"fingerprint":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"fp_abc123...",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"userId":  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"user_xyz",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"deviceId": 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"VIN-NOVA-005",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"source":     </a:t>
            </a:r>
            <a:pPr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"web | iot | pos",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"sourceApp":  </a:t>
            </a:r>
            <a:pPr indent="0" marL="0">
              <a:buNone/>
            </a:pPr>
            <a:r>
              <a:rPr lang="en-US" sz="105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"storefront",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      </a:t>
            </a:r>
            <a:pPr indent="0" marL="0">
              <a:buNone/>
            </a:pPr>
            <a:r>
              <a:rPr lang="en-US" sz="105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"vehicle_view",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"properties":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vin, model, price },
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"context":    </a:t>
            </a:r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device, location, session }</a:t>
            </a:r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49240" y="1188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 Types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49240" y="1691640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13248" y="1746504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0992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vehicle_view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863840" y="1691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349240" y="2020824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13248" y="207568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0992" y="20208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location_update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863840" y="20208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[iot]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349240" y="2350008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2404872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50992" y="2350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store_checkin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0" y="23500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[pos]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349240" y="2679192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3248" y="2734056"/>
            <a:ext cx="164592" cy="164592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0992" y="2679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rental_ended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[api]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49240" y="3008376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13248" y="306324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0992" y="30083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points_balance_updated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863840" y="3008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49240" y="3337560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13248" y="3392424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50992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service_scheduled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0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349240" y="3666744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13248" y="3721608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50992" y="36667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reward_redeemed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0" y="3666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[web]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349240" y="3995928"/>
            <a:ext cx="34747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13248" y="4050792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50992" y="39959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ignition_on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0" y="3995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[iot]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34924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happened, it can be an event.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Collect Data — Detect Moments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fire when a customer reaches a meaningful moment — not just a sales trigger.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Name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0" y="1188720"/>
            <a:ext cx="310896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0" y="11887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2560320" cy="34747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1887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536192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3619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Purchase Intent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26080" y="1536192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15361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vehicle views + price check in 7 days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36192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53619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from a sales advisor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1975104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197510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Milestone Approaching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926080" y="1975104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0" y="197510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500 pts of next tier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1975104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97510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nudge to earn more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414016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41401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Driver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26080" y="2414016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17520" y="241401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location updates in 24 hours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2414016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2414016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In-drive safety or convenience offer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852928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28529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Renter Browsing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926080" y="2852928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17520" y="285292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ended + viewing vehicles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35040" y="2852928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2852928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Trade-in or purchase conversation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291840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3291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Walk-In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3291840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0" y="32918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store check-in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3291840"/>
            <a:ext cx="2560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0" y="3291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in-store associate alert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730752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Lapsed High-Value Customer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926080" y="3730752"/>
            <a:ext cx="310896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17520" y="37307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purchases + 90 days silent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35040" y="3730752"/>
            <a:ext cx="256032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Win-back campaign trigger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760" y="4069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are defined by your team, for your moments.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Become Action, In Real Time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931920" cy="27432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393192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Streams  (Pull)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application connects to a live event stream over HTTP — no polling, no message broker required.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40280"/>
            <a:ext cx="361188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860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es = new EventSource(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'/signals/stream/all'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3E6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es.onmessage = (e) =&gt; {};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/events/stream  ·  GET /signals/stream/all  ·  GET /signals/:id/stream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74320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960120"/>
            <a:ext cx="393192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0972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 (Push)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 any URL to any signal. Each delivery is HMAC-SHA256 signed for secure verification.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92040" y="2240280"/>
            <a:ext cx="3611880" cy="658368"/>
          </a:xfrm>
          <a:prstGeom prst="rect">
            <a:avLst/>
          </a:prstGeom>
          <a:solidFill>
            <a:srgbClr val="0D111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28600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/subscriptions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"signalId": "...",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"targetUrl": "https://..."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X-Nexus-Signature: sha256=...   ·   X-Nexus-Firing-Id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subscribe?  CRM systems · Marketing platforms · In-store associate apps · Mobile push services · Data warehouses — anything with an HTTP endpoint.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Live: The Apex Motors Story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9144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188720"/>
            <a:ext cx="384048" cy="38404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A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🏎️  Apex Motors Storefront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localhost:3001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vehicles, schedule service, track purchase intent signals in real time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005840"/>
            <a:ext cx="41148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18872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B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25780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Apex Rewards Portal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572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localhost:3002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18745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dashboard with live cross-domain identity merge demonstration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78892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788920"/>
            <a:ext cx="4114800" cy="914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971800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Telemetry Simulator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33558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localhost:3003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" y="36576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car GPS, dealership visits, and rental events firing into the CDP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2788920"/>
            <a:ext cx="41148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788920"/>
            <a:ext cx="4114800" cy="914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97180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25780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Nexus CDP Platform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335584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localhost:3004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36576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profile explorer, event stream, signal builder, and webhook manager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5760" y="4553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sites share one CDP.  Watch the same customer recognized across every touchpoint.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Any Connected Brand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vehicle telemetry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Dealership visit signals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history &amp; scheduling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behavior profiling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🏪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60604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2432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In-store beacon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behavior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program signals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+ digital journey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🏦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7316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interactions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visit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&amp; advisor touchpoints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Cross-channel profile merge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005840"/>
            <a:ext cx="1993392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12280" y="109728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903720" y="16916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22008" y="2148840"/>
            <a:ext cx="1783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portal activity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&amp; lab visit events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device telemetry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engagement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model is generic.  The signals are yours to define.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Advantage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109728" cy="10515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09728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417320" y="11887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Identity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55448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Fingerprint.js Pro delivers accurate cross-domain recognition without relying on third-party cookies — future-proof and privacy-compliant.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286000"/>
            <a:ext cx="109728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8600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23774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Over Noise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74320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beyond raw data collection. Define what moments matter to your customers and act on them — not just data points, but real opportunities.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474720"/>
            <a:ext cx="10972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47472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🔓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417320" y="356616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Operationalization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3192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application can subscribe to signals via open standards — SSE streams and HMAC-signed webhooks. No proprietary connectors. No vendor lock-in.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6366F1">
              <a:alpha val="12000"/>
            </a:srgbClr>
          </a:solidFill>
          <a:ln w="12700">
            <a:solidFill>
              <a:srgbClr val="6366F1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818CF8">
              <a:alpha val="12000"/>
            </a:srgbClr>
          </a:solidFill>
          <a:ln w="12700">
            <a:solidFill>
              <a:srgbClr val="818CF8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20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Know Your Customer?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Demo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&amp;&amp; pnpm 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all four sites live in minutes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7472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Your Signals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Signal Builder to create the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moments that matter most to your customers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2697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223760" y="118872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55080" y="19933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Subscriber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55080" y="24231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first webhook — CRM, push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notification, data warehouse, or in-store 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6583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  ·  One Profile. Every Moment. Real Action.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4828032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00400" y="4828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CDP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48280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CDP — Business Proposal</dc:title>
  <dc:subject>PptxGenJS Presentation</dc:subject>
  <dc:creator>Nexus CDP</dc:creator>
  <cp:lastModifiedBy>Nexus CDP</cp:lastModifiedBy>
  <cp:revision>1</cp:revision>
  <dcterms:created xsi:type="dcterms:W3CDTF">2026-05-15T16:29:23Z</dcterms:created>
  <dcterms:modified xsi:type="dcterms:W3CDTF">2026-05-15T16:29:23Z</dcterms:modified>
</cp:coreProperties>
</file>