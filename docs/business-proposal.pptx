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6366F1">
              <a:alpha val="18000"/>
            </a:srgbClr>
          </a:solidFill>
          <a:ln w="12700">
            <a:solidFill>
              <a:srgbClr val="6366F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6366F1">
              <a:alpha val="30000"/>
            </a:srgbClr>
          </a:solidFill>
          <a:ln w="12700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3840480"/>
            <a:ext cx="2286000" cy="22860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88720"/>
            <a:ext cx="54864" cy="2560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887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85800" y="2121408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Customer, Everywhere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identity.  ·  Real-time signals.  ·  Moments that matter.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724912"/>
            <a:ext cx="5486400" cy="1371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 Is Everywhere.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Isn't.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Identity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customer appears as 12 different records across your systems, with no way to connect them.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3756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events, in-store visits, and IoT telemetry live in separate systems and never talk to each other.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Moments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 know a customer is ready, the moment has passed — and the opportunity is gone.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Customer. One Profile. Every Touchpoint.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 unifies identity, behavior, and signals across every channel — digital, physical, and connected.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508760"/>
            <a:ext cx="2651760" cy="1097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83080"/>
            <a:ext cx="640080" cy="640080"/>
          </a:xfrm>
          <a:prstGeom prst="ellipse">
            <a:avLst/>
          </a:prstGeom>
          <a:solidFill>
            <a:srgbClr val="6366F1">
              <a:alpha val="15000"/>
            </a:srgbClr>
          </a:solidFill>
          <a:ln w="12700">
            <a:solidFill>
              <a:srgbClr val="6366F1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Source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IoT · POS · APIs · Physical sensors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508760"/>
            <a:ext cx="265176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783080"/>
            <a:ext cx="640080" cy="64008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1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Profile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 resolving fingerprints, user IDs, and device IDs into a single view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508760"/>
            <a:ext cx="265176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1783080"/>
            <a:ext cx="640080" cy="6400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7220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Signals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moments that matter — not raw data, but actionable customer signals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Built for the Connected Era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508760"/>
            <a:ext cx="1417320" cy="914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mobile,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IoT, POS, APIs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28216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2039112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1508760"/>
            <a:ext cx="141732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84832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CDP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ingestion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identity resolve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93008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3803904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03904" y="1508760"/>
            <a:ext cx="141732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9624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9624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customer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57800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568696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68696" y="1508760"/>
            <a:ext cx="141732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14416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14416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detection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022592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7333488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33488" y="1508760"/>
            <a:ext cx="1417320" cy="914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79208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OPERATIONALI-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79208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from any source — browser, vehicle, dealership, rental desk — flows into the CDP API.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links them to a single profile. The signal engine detects meaningful moments.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consumers receive signals in real time via SSE streams or HMAC-signed webhooks.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Person, Recognized Everywhere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story: Apex Motors — a premium automotive brand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035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Visit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apexmotors.com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FP.js fingerprint captured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4028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256032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63347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Login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3347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to apexrewards.com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linked — profiles merged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4340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66344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34924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634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🚗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73659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Vehicle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3659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telemetry via 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deviceId linked to profile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4652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76656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5236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5236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6656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🏪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83971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Visit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3971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check-in via POS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updated in real time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4944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touchpoints  →  ONE unified profile in Nexus CDP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Flexible Event Structure for Everything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rigid schemas. Any event from any source, normalized into one format.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754880" cy="33832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25880"/>
            <a:ext cx="4389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"eventId": 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"uuid-v4",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"fingerprint":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"fp_abc123...",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 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"user_xyz",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"deviceId":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"VIN-NOVA-005",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"source":     </a:t>
            </a:r>
            <a:pPr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"web | iot | pos",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"sourceApp":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"storefront",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      </a:t>
            </a:r>
            <a:pPr indent="0" marL="0">
              <a:buNone/>
            </a:pPr>
            <a:r>
              <a:rPr lang="en-US" sz="10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"vehicle_view",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"properties":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vin, model, price },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"context":   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device, location, session }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4924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 Types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49240" y="1691640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13248" y="1746504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0992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vehicle_view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863840" y="1691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349240" y="2020824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13248" y="207568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0992" y="20208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location_update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63840" y="20208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[iot]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49240" y="2350008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2404872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50992" y="2350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store_checkin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0" y="2350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[pos]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349240" y="2679192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3248" y="2734056"/>
            <a:ext cx="164592" cy="164592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0992" y="2679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rental_ended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[api]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49240" y="3008376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13248" y="30632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0992" y="30083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points_balance_updated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0" y="3008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49240" y="3337560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13248" y="3392424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50992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service_scheduled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0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349240" y="3666744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13248" y="3721608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50992" y="3666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reward_redeemed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0" y="3666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349240" y="3995928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13248" y="405079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50992" y="39959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ignition_on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0" y="3995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[iot]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34924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happened, it can be an event.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Collect Data — Detect Moments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fire when a customer reaches a meaningful moment — not just a sales trigger.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Name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0" y="1188720"/>
            <a:ext cx="310896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0" y="11887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256032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1887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Unlocked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536192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3619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Purchase Intent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26080" y="1536192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15361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vehicle views + price check in 7 days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36192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53619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member discount — gold price on storefront + offer card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1975104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97510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Milestone Approaching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26080" y="1975104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0" y="197510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500 pts of next tier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1975104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97510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Points Weekend — book service for 2× points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414016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41401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Driver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26080" y="2414016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17520" y="241401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 updates in 24 hours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414016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241401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rental points + 500 bonus service points (2 cards)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852928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8529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Renter Browsing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26080" y="2852928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17520" y="285292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ended + viewing vehicles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35040" y="2852928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28529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 trade-in credit toward any new Apex vehicle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291840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291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Walk-In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3291840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0" y="32918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store check-in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3291840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0" y="3291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appraisal + $250 accessories credit (today only)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730752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High-Value Customer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926080" y="3730752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17520" y="37307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purchases + 90 days silent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35040" y="3730752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 — 1,000 bonus loyalty points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760" y="4069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automatically creates a personalized offer — in the loyalty portal and on the storefront.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Become Action, In Real Time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931920" cy="27432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393192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Streams  (Pull)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application connects to a live event stream over HTTP — no polling, no message broker required.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361188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860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es = new EventSource(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'/signals/stream/all'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es.onmessage = (e) =&gt; {};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/events/stream  ·  GET /signals/stream/all  ·  GET /signals/:id/stream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7432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60120"/>
            <a:ext cx="393192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0972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 (Push)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 any URL to any signal. Each delivery is HMAC-SHA256 signed for secure verification.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92040" y="2240280"/>
            <a:ext cx="361188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2860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/subscriptions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"signalId": "...",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"targetUrl": "https://..."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X-Nexus-Signature: sha256=...   ·   X-Nexus-Firing-Id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Built-in: the Offer Engine subscribes to all 6 signals automatically — delivering personalized offers in real time to the loyalty portal and storefront. Any external system can subscribe too: CRM, push notifications, data warehouses, in-store apps.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Signal to Personalized Offer — Automatically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firing creates a contextual offer in real time — visible in the loyalty portal and, where relevant, directly on the storefront.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3931920" cy="8229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 ·  Webhook delivers offer on every signal firing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6184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signals auto-subscribed via WEBHOOK_OFFERS_URL on every deploy. Delivery log visible in CDP Platform.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4023360" cy="8229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 ·  Sync on every portal poll (every 5s)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61848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checks active signal firings on each refresh — self-heals any missed webhooks automatically.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237744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331720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88920" y="2331720"/>
            <a:ext cx="219456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233172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0" y="2331720"/>
            <a:ext cx="324612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2331720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/ Detail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624328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624328"/>
            <a:ext cx="64008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2624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Purchase Intent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88920" y="2624328"/>
            <a:ext cx="2194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62072" y="262432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discount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0" y="2624328"/>
            <a:ext cx="3246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2624328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price on storefront · struck-through MSRP · banner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2971800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971800"/>
            <a:ext cx="64008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" y="297180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Milestone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88920" y="2971800"/>
            <a:ext cx="219456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297180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Points Weekend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2971800"/>
            <a:ext cx="32461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02352" y="2971800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service this week to unlock the next tier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192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319272"/>
            <a:ext cx="64008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" y="331927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Driver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88920" y="3319272"/>
            <a:ext cx="2194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62072" y="3319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Rental Points + 500 Service Pts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0" y="3319272"/>
            <a:ext cx="3246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02352" y="3319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offer cards appear simultaneously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64008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" y="36667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Renter Browsing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788920" y="3666744"/>
            <a:ext cx="219456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62072" y="366674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 Trade-In Credit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029200" y="3666744"/>
            <a:ext cx="32461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02352" y="3666744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for 30 days toward any new Apex purchase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4014216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014216"/>
            <a:ext cx="64008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" y="401421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Walk-In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88920" y="4014216"/>
            <a:ext cx="2194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62072" y="401421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In-Store Exclusive (today only)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0" y="4014216"/>
            <a:ext cx="3246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02352" y="4014216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Pulsing amber badge · free appraisal · $250 accessories credit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361688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5760" y="4361688"/>
            <a:ext cx="64008" cy="3474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3776" y="436168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Customer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788920" y="4361688"/>
            <a:ext cx="219456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862072" y="436168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 — 1,000 Points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029200" y="4361688"/>
            <a:ext cx="32461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102352" y="4361688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Win-back card with 60-day expiry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65760" y="469087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active offer per signal per profile — fire_count increments on repeat firings; no duplicates.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Live: The Apex Motors Story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88720"/>
            <a:ext cx="384048" cy="38404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🏎️  Apex Motors Storefront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nexus-cdp-storefront-production.up.railway.app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vehicles — active High Purchase Intent offer shows gold discounted price with struck-through MSRP across all listings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05840"/>
            <a:ext cx="41148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1887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B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25780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Apex Rewards Portal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572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nexus-cdp-loyalty-production.up.railway.app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00600" y="1874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offer cards appear in real time as signals fire — 6 signal types, live polling, no refresh needed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78892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788920"/>
            <a:ext cx="411480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97180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Telemetry Simulator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33558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nexus-cdp-telemetry-production.up.railway.app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36576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car GPS drives, dealership check-ins, and rental events — fires signals from the physical world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278892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788920"/>
            <a:ext cx="411480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97180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25780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Nexus CDP Platform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33558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nexus-cdp-platform-production.up.railway.app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00600" y="36576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live event stream, signal builder, webhook delivery log, and Demo Guide with step-by-step trigger instructions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4553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sites share one CDP.  Watch the same customer recognized across every touchpoint — with personalized offers appearing in real time.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Any Connected Brand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vehicle telemetry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visit signals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 &amp; scheduling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behavior profiling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🏪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60604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2432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In-store beacon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behavior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program signals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+ digital journey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🏦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interactions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visit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&amp; advisor touchpoints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profile merge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1228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0372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2200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portal activity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&amp; lab visit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device telemetry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engagement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model is generic.  The signals are yours to define.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Advantage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109728" cy="10515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9728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417320" y="11887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Identity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55448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Fingerprint.js Pro delivers accurate cross-domain recognition without relying on third-party cookies — future-proof and privacy-compliant.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286000"/>
            <a:ext cx="10972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8600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Over Noise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4320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beyond raw data collection. Define what moments matter to your customers and act on them — not just data points, but real opportunities.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474720"/>
            <a:ext cx="10972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7472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🔓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417320" y="356616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Operationalization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3192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application can subscribe to signals via open standards — SSE streams and HMAC-signed webhooks. No proprietary connectors. No vendor lock-in.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6366F1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818CF8">
              <a:alpha val="12000"/>
            </a:srgbClr>
          </a:solidFill>
          <a:ln w="12700">
            <a:solidFill>
              <a:srgbClr val="818CF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Know Your Customer?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Demo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&amp;&amp; pnpm 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all four sites live in minutes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7472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Your Signals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Signal Builder to create the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moments that matter most to your customers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22376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508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Subscriber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first webhook — CRM, push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notification, data warehouse, or in-store 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6583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  ·  One Profile. Every Moment. Real Action.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CDP — Business Proposal</dc:title>
  <dc:subject>PptxGenJS Presentation</dc:subject>
  <dc:creator>Nexus CDP</dc:creator>
  <cp:lastModifiedBy>Nexus CDP</cp:lastModifiedBy>
  <cp:revision>1</cp:revision>
  <dcterms:created xsi:type="dcterms:W3CDTF">2026-05-16T16:01:23Z</dcterms:created>
  <dcterms:modified xsi:type="dcterms:W3CDTF">2026-05-16T16:01:23Z</dcterms:modified>
</cp:coreProperties>
</file>