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54864" cy="2560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Customer, Everywhere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identity.  ·  Real-time signals.  ·  Moments that matter.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724912"/>
            <a:ext cx="5486400" cy="137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 Is Everywhere.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594360" cy="59436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customer appears as 12 different records across your systems, with no way to connect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5176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00200"/>
            <a:ext cx="594360" cy="59436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events, in-store visits, and IoT telemetry live in separate systems and never talk to each other.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51760" cy="3017520"/>
          </a:xfrm>
          <a:prstGeom prst="rect">
            <a:avLst/>
          </a:prstGeom>
          <a:solidFill>
            <a:srgbClr val="1E293B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00200"/>
            <a:ext cx="594360" cy="59436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Moments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you know a customer is ready, the moment has passed — and the opportunity is gone.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Customer. One Profile. Every Touchpoint.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 unifies identity, behavior, and signals across every channel — digital, physical, and connected.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265176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640080" cy="640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Source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IoT · POS · APIs · Physical sensors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7830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identity resolving fingerprints, user IDs, and device IDs into a single 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0876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7830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2971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moments that matter — not raw data, but actionable customer signals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Built for the Connected Era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508760"/>
            <a:ext cx="14173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508760"/>
            <a:ext cx="1417320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2585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POS, APIs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28216" y="210312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039112" y="1508760"/>
            <a:ext cx="14173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39112" y="1508760"/>
            <a:ext cx="141732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645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22585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identity resolve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93008" y="210312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803904" y="1508760"/>
            <a:ext cx="14173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03904" y="1508760"/>
            <a:ext cx="1417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645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9624" y="22585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view 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210312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568696" y="1508760"/>
            <a:ext cx="14173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68696" y="1508760"/>
            <a:ext cx="1417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645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14416" y="22585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detection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22592" y="210312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333488" y="1508760"/>
            <a:ext cx="14173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33488" y="1508760"/>
            <a:ext cx="141732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9208" y="16459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79208" y="22585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from any source — browser, vehicle, dealership, rental desk — flows into the CDP API.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links them to a single profile. The signal engine detects meaningful moments.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 receive signals in real time via SSE streams or HMAC-signed webhooks.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Person, Recognized Everywhere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story: Apex Motors — a premium automotive brand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069848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Visit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apexmotors.com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FP.js fingerprint captured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371600" cy="237744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219456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560320" y="1325880"/>
            <a:ext cx="1737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69848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3347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Login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33472" y="23317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apexrewards.com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linked — profiles merged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2770632"/>
            <a:ext cx="1371600" cy="237744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43400" y="219456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663440" y="1325880"/>
            <a:ext cx="1737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1069848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3659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Vehicle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23317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telemetry via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 linked to profile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770632"/>
            <a:ext cx="1371600" cy="237744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deviceId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46520" y="2194560"/>
            <a:ext cx="2743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766560" y="1325880"/>
            <a:ext cx="17373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52360" y="1069848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39712" y="198424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Visit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9712" y="23317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check-in via POS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updated in real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2770632"/>
            <a:ext cx="1371600" cy="237744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7706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touchpoints  →  ONE unified profile in Nexus CDP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Flexible Event Structure for Everything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rigid schemas. Any event from any source, normalized into one format.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75488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"eventId":    </a:t>
            </a:r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"uuid-v4",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"fingerprint": </a:t>
            </a:r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"fp_abc123...",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    </a:t>
            </a:r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"user_xyz",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"deviceId":   </a:t>
            </a:r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"VIN-NOVA-005",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   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 | iot | pos",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"sourceApp":  </a:t>
            </a:r>
            <a:pPr indent="0" marL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"storefront",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      </a:t>
            </a:r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"vehicle_view",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"properties":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vin, model, price },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"context":   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device, location, session }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492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Event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1691640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174650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49240" y="2020824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3248" y="20756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2020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location_update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863840" y="2020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[iot]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49240" y="2350008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24048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350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store_checkin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6384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[pos]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2679192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2734056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rental_ended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49240" y="3008376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30632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3008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points_balance_updated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6384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49240" y="3337560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339242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service_scheduled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49240" y="3666744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248" y="372160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666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reward_redeemed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3995928"/>
            <a:ext cx="3474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13248" y="40507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ignition_on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6384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[iot]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4924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happened, it can be an event.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Collect Data — Detect Moments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fire when a customer reaches a meaningful moment — not just a sales trigger.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Name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188720"/>
            <a:ext cx="3108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188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2560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Unlocked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Purchase Intent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36192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36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vehicle views + price check in 7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536192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member discount — gold price on storefront + offer card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75104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75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Milestone Approaching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975104"/>
            <a:ext cx="3108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975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500 pts of next tier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975104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975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Points Weekend — book service for 2× points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41401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140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Driver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414016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41401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location updates in 24 hours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41401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4140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rental points + 500 bonus service points (2 cards)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52928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529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Renter Browsing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852928"/>
            <a:ext cx="3108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8529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ended + viewing vehicles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852928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8529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trade-in credit toward any new Apex vehicle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2918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91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Walk-In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3291840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2918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 check-in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2918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291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appraisal + $250 accessories credit (today only)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730752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High-Value Customer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3730752"/>
            <a:ext cx="310896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37307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purchases + 90 days silent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730752"/>
            <a:ext cx="25603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— 1,000 bonus loyalty points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automatically creates a personalized offer — in the loyalty portal and on the storefront.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Become Action, In Real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Streams  (Pull)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application connects to a live event stream over HTTP — no polling, no message broker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118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es = new EventSource(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'/signals/stream/all'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es.onmessage = (e) =&gt; {};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/events/stream  ·  GET /signals/stream/all  ·  GET /signals/:id/stream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393192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97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 (Push)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any URL to any signal. Each delivery is HMAC-SHA256 signed for secure verification.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240280"/>
            <a:ext cx="361188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2860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/subscriptions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"signalId": "...",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"targetUrl": "https://..."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X-Nexus-Signature: sha256=...   ·   X-Nexus-Firing-Id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the Offer Engine subscribes to all 6 signals automatically — delivering personalized offers in real time to the loyalty portal and storefront. Any external system can subscribe too: CRM, push notifications, data warehouses, in-store apps.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Personalized Offer — Automatically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firing creates a contextual offer in real time — visible in the loyalty portal and, where relevant, directly on the storefront.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 ·  Webhook delivers offer on every signal firing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signals auto-subscribed via WEBHOOK_OFFERS_URL on every deploy. Delivery log visible in CDP Platform.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 ·  Sync on every portal poll (every 5s)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184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checks active signal firings on each refresh — self-heals any missed webhooks automatically.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377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317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331720"/>
            <a:ext cx="219456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3317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331720"/>
            <a:ext cx="32461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33172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/ Detail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24328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24328"/>
            <a:ext cx="64008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2432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Purchase Intent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88920" y="2624328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26243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discount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624328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624328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on storefront · struck-through MSRP · banner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2377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97180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718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Milestone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88920" y="2971800"/>
            <a:ext cx="21945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9718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Points Weekend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971800"/>
            <a:ext cx="3246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971800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 this week to unlock the next tier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319272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319272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331927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Driver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88920" y="3319272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62072" y="3319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Rental Points + 500 Service Pts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3319272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31927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offer cards appear simultaneously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66744"/>
            <a:ext cx="2377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66744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36667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Renter Browsing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88920" y="3666744"/>
            <a:ext cx="21945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36667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Trade-In Credit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3666744"/>
            <a:ext cx="3246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3666744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30 days toward any new Apex purchase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014216"/>
            <a:ext cx="2377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4014216"/>
            <a:ext cx="6400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" y="401421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Walk-In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4014216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62072" y="40142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Exclusive (today only)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0" y="4014216"/>
            <a:ext cx="3246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4014216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amber badge · free appraisal · $250 accessories credit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361688"/>
            <a:ext cx="2377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361688"/>
            <a:ext cx="6400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436168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Customer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88920" y="4361688"/>
            <a:ext cx="21945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62072" y="436168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— 1,000 Points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0" y="4361688"/>
            <a:ext cx="3246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02352" y="4361688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card with 60-day expiry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65760" y="4690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offer per signal per profile — fire_count increments on repeat firings; no duplicates.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Live: The Apex Motors Story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🏎️  Apex Motors Storefront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vehicles — active High Purchase Intent offer shows gold discounted price with struck-through MSRP across all listings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887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25780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Apex Rewards Portal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 cards appear in real time as signals fire — 6 signal types, live polling, no refresh needed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41148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Telemetry Simulator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55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car GPS drives, dealership check-ins, and rental events — fires signals from the physical world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88920"/>
            <a:ext cx="41148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57800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Nexus CDP Platform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3355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live event stream, signal builder, webhook delivery log, and Demo Guide with step-by-step trigger instructions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553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sites share one CDP.  Watch the same customer recognized across every touchpoint — with personalized offers appearing in real time.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Any Connected Brand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93392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vehicle telemetry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visit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 &amp; scheduling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behavior profiling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93392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24328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beacon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behavior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digital journey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93392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972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interactions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visit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&amp; advisor touchpoints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profile merge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1993392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09728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214884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activity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&amp; lab visit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telemetry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engagement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model is generic.  The signals are yours to define.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Advantage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" cy="10515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Fingerprint.js Pro delivers accurate cross-domain recognition without relying on third-party cookies — future-proof and privacy-compliant.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Over Noise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raw data collection. Define what moments matter to your customers and act on them — not just data points, but real opportunities.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10972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17320" y="35661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Operationalization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3192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application can subscribe to signals via open standards — SSE streams and HMAC-signed webhooks. No proprietary connectors. No vendor lock-in.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Know Your Customer?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18872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&amp;&amp; pnpm 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four sites live in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18872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Signals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Signal Builder to create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moments that matter most to your 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97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118872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1993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Subscriber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first webhook — CRM,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data warehouse, or in-store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  ·  One Profile. Every Moment. Real Action.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828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CDP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8280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CDP — Business Proposal</dc:title>
  <dc:subject>PptxGenJS Presentation</dc:subject>
  <dc:creator>Nexus CDP</dc:creator>
  <cp:lastModifiedBy>Nexus CDP</cp:lastModifiedBy>
  <cp:revision>1</cp:revision>
  <dcterms:created xsi:type="dcterms:W3CDTF">2026-05-16T15:50:49Z</dcterms:created>
  <dcterms:modified xsi:type="dcterms:W3CDTF">2026-05-16T15:50:49Z</dcterms:modified>
</cp:coreProperties>
</file>